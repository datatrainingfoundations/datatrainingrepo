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sldIdLst>
    <p:sldId id="259" r:id="rId2"/>
    <p:sldId id="260" r:id="rId3"/>
    <p:sldId id="261" r:id="rId4"/>
    <p:sldId id="262" r:id="rId5"/>
    <p:sldId id="263" r:id="rId6"/>
    <p:sldId id="264" r:id="rId7"/>
    <p:sldId id="265"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9EA1E-98C4-4A2E-AAC3-800E357DC9FE}"/>
              </a:ext>
            </a:extLst>
          </p:cNvPr>
          <p:cNvSpPr>
            <a:spLocks noGrp="1"/>
          </p:cNvSpPr>
          <p:nvPr>
            <p:ph type="ctrTitle"/>
          </p:nvPr>
        </p:nvSpPr>
        <p:spPr>
          <a:xfrm>
            <a:off x="1517904" y="1517904"/>
            <a:ext cx="9144000" cy="2798064"/>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9A96B1FA-5AE6-4D57-B37B-4AA0216007F8}"/>
              </a:ext>
            </a:extLst>
          </p:cNvPr>
          <p:cNvSpPr>
            <a:spLocks noGrp="1"/>
          </p:cNvSpPr>
          <p:nvPr>
            <p:ph type="subTitle" idx="1"/>
          </p:nvPr>
        </p:nvSpPr>
        <p:spPr>
          <a:xfrm>
            <a:off x="1517904" y="4572000"/>
            <a:ext cx="9144000" cy="1527048"/>
          </a:xfrm>
        </p:spPr>
        <p:txBody>
          <a:bodyPr/>
          <a:lstStyle>
            <a:lvl1pPr marL="0" indent="0" algn="ctr">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a:extLst>
              <a:ext uri="{FF2B5EF4-FFF2-40B4-BE49-F238E27FC236}">
                <a16:creationId xmlns:a16="http://schemas.microsoft.com/office/drawing/2014/main" id="{01F49B66-DBC3-45EE-A6E1-DE10A6C186C8}"/>
              </a:ext>
            </a:extLst>
          </p:cNvPr>
          <p:cNvSpPr>
            <a:spLocks noGrp="1"/>
          </p:cNvSpPr>
          <p:nvPr>
            <p:ph type="dt" sz="half" idx="10"/>
          </p:nvPr>
        </p:nvSpPr>
        <p:spPr/>
        <p:txBody>
          <a:bodyPr/>
          <a:lstStyle/>
          <a:p>
            <a:pPr algn="r"/>
            <a:fld id="{3F9AFA87-1417-4992-ABD9-27C3BC8CC883}" type="datetimeFigureOut">
              <a:rPr lang="en-US" smtClean="0"/>
              <a:pPr algn="r"/>
              <a:t>2/19/2026</a:t>
            </a:fld>
            <a:endParaRPr lang="en-US" dirty="0"/>
          </a:p>
        </p:txBody>
      </p:sp>
      <p:sp>
        <p:nvSpPr>
          <p:cNvPr id="8" name="Footer Placeholder 7">
            <a:extLst>
              <a:ext uri="{FF2B5EF4-FFF2-40B4-BE49-F238E27FC236}">
                <a16:creationId xmlns:a16="http://schemas.microsoft.com/office/drawing/2014/main" id="{241085F0-1967-4B4F-9824-58E9F2E05125}"/>
              </a:ext>
            </a:extLst>
          </p:cNvPr>
          <p:cNvSpPr>
            <a:spLocks noGrp="1"/>
          </p:cNvSpPr>
          <p:nvPr>
            <p:ph type="ftr" sz="quarter" idx="11"/>
          </p:nvPr>
        </p:nvSpPr>
        <p:spPr/>
        <p:txBody>
          <a:bodyPr/>
          <a:lstStyle/>
          <a:p>
            <a:endParaRPr lang="en-US" sz="1000" dirty="0"/>
          </a:p>
        </p:txBody>
      </p:sp>
      <p:sp>
        <p:nvSpPr>
          <p:cNvPr id="9" name="Slide Number Placeholder 8">
            <a:extLst>
              <a:ext uri="{FF2B5EF4-FFF2-40B4-BE49-F238E27FC236}">
                <a16:creationId xmlns:a16="http://schemas.microsoft.com/office/drawing/2014/main" id="{40AEDEE5-31B5-4868-8C16-47FF43E276A4}"/>
              </a:ext>
            </a:extLst>
          </p:cNvPr>
          <p:cNvSpPr>
            <a:spLocks noGrp="1"/>
          </p:cNvSpPr>
          <p:nvPr>
            <p:ph type="sldNum" sz="quarter" idx="12"/>
          </p:nvPr>
        </p:nvSpPr>
        <p:spPr/>
        <p:txBody>
          <a:bodyPr/>
          <a:lstStyle/>
          <a:p>
            <a:fld id="{CB1E4CB7-CB13-4810-BF18-BE31AFC64F93}" type="slidenum">
              <a:rPr lang="en-US" smtClean="0"/>
              <a:pPr/>
              <a:t>‹#›</a:t>
            </a:fld>
            <a:endParaRPr lang="en-US" sz="1000" dirty="0"/>
          </a:p>
        </p:txBody>
      </p:sp>
    </p:spTree>
    <p:extLst>
      <p:ext uri="{BB962C8B-B14F-4D97-AF65-F5344CB8AC3E}">
        <p14:creationId xmlns:p14="http://schemas.microsoft.com/office/powerpoint/2010/main" val="12365893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C5BB2-C09C-49B0-BAFA-DE1801CD3E9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3A47C21-944D-47FE-9519-A2551883711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7CE36D-6B7B-4D5E-831E-34A4286D6E6A}"/>
              </a:ext>
            </a:extLst>
          </p:cNvPr>
          <p:cNvSpPr>
            <a:spLocks noGrp="1"/>
          </p:cNvSpPr>
          <p:nvPr>
            <p:ph type="dt" sz="half" idx="10"/>
          </p:nvPr>
        </p:nvSpPr>
        <p:spPr/>
        <p:txBody>
          <a:bodyPr/>
          <a:lstStyle/>
          <a:p>
            <a:fld id="{3F9AFA87-1417-4992-ABD9-27C3BC8CC883}" type="datetimeFigureOut">
              <a:rPr lang="en-US" smtClean="0"/>
              <a:t>2/19/2026</a:t>
            </a:fld>
            <a:endParaRPr lang="en-US"/>
          </a:p>
        </p:txBody>
      </p:sp>
      <p:sp>
        <p:nvSpPr>
          <p:cNvPr id="5" name="Footer Placeholder 4">
            <a:extLst>
              <a:ext uri="{FF2B5EF4-FFF2-40B4-BE49-F238E27FC236}">
                <a16:creationId xmlns:a16="http://schemas.microsoft.com/office/drawing/2014/main" id="{BA2AD668-6E19-425C-88F7-AF4220662C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905C53-CF7C-4936-9E35-1BEBD683626E}"/>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31403497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46C78-A717-4E1F-A742-FD5AECA03B4B}"/>
              </a:ext>
            </a:extLst>
          </p:cNvPr>
          <p:cNvSpPr>
            <a:spLocks noGrp="1"/>
          </p:cNvSpPr>
          <p:nvPr>
            <p:ph type="title"/>
          </p:nvPr>
        </p:nvSpPr>
        <p:spPr>
          <a:xfrm>
            <a:off x="1517904" y="1517904"/>
            <a:ext cx="9144000"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DA1270D-CCAE-4437-A0C0-052D111DFC80}"/>
              </a:ext>
            </a:extLst>
          </p:cNvPr>
          <p:cNvSpPr>
            <a:spLocks noGrp="1"/>
          </p:cNvSpPr>
          <p:nvPr>
            <p:ph type="body" idx="1"/>
          </p:nvPr>
        </p:nvSpPr>
        <p:spPr>
          <a:xfrm>
            <a:off x="1517904" y="4572000"/>
            <a:ext cx="91440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9F006A-7EEE-4DB0-8F92-D34C0D46C38E}"/>
              </a:ext>
            </a:extLst>
          </p:cNvPr>
          <p:cNvSpPr>
            <a:spLocks noGrp="1"/>
          </p:cNvSpPr>
          <p:nvPr>
            <p:ph type="dt" sz="half" idx="10"/>
          </p:nvPr>
        </p:nvSpPr>
        <p:spPr/>
        <p:txBody>
          <a:bodyPr/>
          <a:lstStyle/>
          <a:p>
            <a:fld id="{3F9AFA87-1417-4992-ABD9-27C3BC8CC883}" type="datetimeFigureOut">
              <a:rPr lang="en-US" smtClean="0"/>
              <a:t>2/19/2026</a:t>
            </a:fld>
            <a:endParaRPr lang="en-US"/>
          </a:p>
        </p:txBody>
      </p:sp>
      <p:sp>
        <p:nvSpPr>
          <p:cNvPr id="5" name="Footer Placeholder 4">
            <a:extLst>
              <a:ext uri="{FF2B5EF4-FFF2-40B4-BE49-F238E27FC236}">
                <a16:creationId xmlns:a16="http://schemas.microsoft.com/office/drawing/2014/main" id="{FDA3F2ED-2B0E-44A9-8603-286CA06345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4D801C-6B4E-40B6-9D6E-558192264D2E}"/>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23789692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446AA-9418-4C3E-901B-8E2806122E1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997482-2CA6-4707-976E-6FD4B57BFE66}"/>
              </a:ext>
            </a:extLst>
          </p:cNvPr>
          <p:cNvSpPr>
            <a:spLocks noGrp="1"/>
          </p:cNvSpPr>
          <p:nvPr>
            <p:ph sz="half" idx="1"/>
          </p:nvPr>
        </p:nvSpPr>
        <p:spPr>
          <a:xfrm>
            <a:off x="1517904" y="2980944"/>
            <a:ext cx="4334256" cy="31181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B909652-DD12-479C-B639-9452CBA8C019}"/>
              </a:ext>
            </a:extLst>
          </p:cNvPr>
          <p:cNvSpPr>
            <a:spLocks noGrp="1"/>
          </p:cNvSpPr>
          <p:nvPr>
            <p:ph sz="half" idx="2"/>
          </p:nvPr>
        </p:nvSpPr>
        <p:spPr>
          <a:xfrm>
            <a:off x="6336792" y="2980944"/>
            <a:ext cx="4334256" cy="31181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D0EC7A6-AFB1-4989-A0B4-B422D5B2C69C}"/>
              </a:ext>
            </a:extLst>
          </p:cNvPr>
          <p:cNvSpPr>
            <a:spLocks noGrp="1"/>
          </p:cNvSpPr>
          <p:nvPr>
            <p:ph type="dt" sz="half" idx="10"/>
          </p:nvPr>
        </p:nvSpPr>
        <p:spPr/>
        <p:txBody>
          <a:bodyPr/>
          <a:lstStyle/>
          <a:p>
            <a:fld id="{3F9AFA87-1417-4992-ABD9-27C3BC8CC883}" type="datetimeFigureOut">
              <a:rPr lang="en-US" smtClean="0"/>
              <a:t>2/19/2026</a:t>
            </a:fld>
            <a:endParaRPr lang="en-US" dirty="0"/>
          </a:p>
        </p:txBody>
      </p:sp>
      <p:sp>
        <p:nvSpPr>
          <p:cNvPr id="6" name="Footer Placeholder 5">
            <a:extLst>
              <a:ext uri="{FF2B5EF4-FFF2-40B4-BE49-F238E27FC236}">
                <a16:creationId xmlns:a16="http://schemas.microsoft.com/office/drawing/2014/main" id="{F8D2117C-B497-4647-A66B-1887750FB53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9E8C7AF-5092-416B-B61C-F41D3C573E0C}"/>
              </a:ext>
            </a:extLst>
          </p:cNvPr>
          <p:cNvSpPr>
            <a:spLocks noGrp="1"/>
          </p:cNvSpPr>
          <p:nvPr>
            <p:ph type="sldNum" sz="quarter" idx="12"/>
          </p:nvPr>
        </p:nvSpPr>
        <p:spPr/>
        <p:txBody>
          <a:bodyPr/>
          <a:lstStyle/>
          <a:p>
            <a:fld id="{CB1E4CB7-CB13-4810-BF18-BE31AFC64F93}" type="slidenum">
              <a:rPr lang="en-US" smtClean="0"/>
              <a:t>‹#›</a:t>
            </a:fld>
            <a:endParaRPr lang="en-US" dirty="0"/>
          </a:p>
        </p:txBody>
      </p:sp>
    </p:spTree>
    <p:extLst>
      <p:ext uri="{BB962C8B-B14F-4D97-AF65-F5344CB8AC3E}">
        <p14:creationId xmlns:p14="http://schemas.microsoft.com/office/powerpoint/2010/main" val="25685498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E90CDE0-3FEB-42A0-8BCC-7DADE7D4A621}"/>
              </a:ext>
            </a:extLst>
          </p:cNvPr>
          <p:cNvSpPr>
            <a:spLocks noGrp="1"/>
          </p:cNvSpPr>
          <p:nvPr>
            <p:ph type="body" idx="1"/>
          </p:nvPr>
        </p:nvSpPr>
        <p:spPr>
          <a:xfrm>
            <a:off x="1517905" y="2944368"/>
            <a:ext cx="4334256" cy="606026"/>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B778B8B-E9A3-44BE-85A6-3E316659A9B4}"/>
              </a:ext>
            </a:extLst>
          </p:cNvPr>
          <p:cNvSpPr>
            <a:spLocks noGrp="1"/>
          </p:cNvSpPr>
          <p:nvPr>
            <p:ph sz="half" idx="2"/>
          </p:nvPr>
        </p:nvSpPr>
        <p:spPr>
          <a:xfrm>
            <a:off x="1517904" y="3644987"/>
            <a:ext cx="4334256" cy="24496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60BF1BCA-A435-4779-A6FE-15207141F519}"/>
              </a:ext>
            </a:extLst>
          </p:cNvPr>
          <p:cNvSpPr>
            <a:spLocks noGrp="1"/>
          </p:cNvSpPr>
          <p:nvPr>
            <p:ph type="body" sz="quarter" idx="3"/>
          </p:nvPr>
        </p:nvSpPr>
        <p:spPr>
          <a:xfrm>
            <a:off x="6336792" y="2944368"/>
            <a:ext cx="4334256" cy="606026"/>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49B1923-9749-49E3-88FA-75C326E6719A}"/>
              </a:ext>
            </a:extLst>
          </p:cNvPr>
          <p:cNvSpPr>
            <a:spLocks noGrp="1"/>
          </p:cNvSpPr>
          <p:nvPr>
            <p:ph sz="quarter" idx="4"/>
          </p:nvPr>
        </p:nvSpPr>
        <p:spPr>
          <a:xfrm>
            <a:off x="6336792" y="3644987"/>
            <a:ext cx="4334256" cy="24496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F3A70F0-5AFA-4C5A-812B-220C6A38DB6B}"/>
              </a:ext>
            </a:extLst>
          </p:cNvPr>
          <p:cNvSpPr>
            <a:spLocks noGrp="1"/>
          </p:cNvSpPr>
          <p:nvPr>
            <p:ph type="dt" sz="half" idx="10"/>
          </p:nvPr>
        </p:nvSpPr>
        <p:spPr/>
        <p:txBody>
          <a:bodyPr/>
          <a:lstStyle/>
          <a:p>
            <a:fld id="{3F9AFA87-1417-4992-ABD9-27C3BC8CC883}" type="datetimeFigureOut">
              <a:rPr lang="en-US" smtClean="0"/>
              <a:t>2/19/2026</a:t>
            </a:fld>
            <a:endParaRPr lang="en-US"/>
          </a:p>
        </p:txBody>
      </p:sp>
      <p:sp>
        <p:nvSpPr>
          <p:cNvPr id="8" name="Footer Placeholder 7">
            <a:extLst>
              <a:ext uri="{FF2B5EF4-FFF2-40B4-BE49-F238E27FC236}">
                <a16:creationId xmlns:a16="http://schemas.microsoft.com/office/drawing/2014/main" id="{576AF721-83FE-4B57-B910-C395D23FDE3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56A5893-52F1-44A1-AE8E-CF094DB41CFA}"/>
              </a:ext>
            </a:extLst>
          </p:cNvPr>
          <p:cNvSpPr>
            <a:spLocks noGrp="1"/>
          </p:cNvSpPr>
          <p:nvPr>
            <p:ph type="sldNum" sz="quarter" idx="12"/>
          </p:nvPr>
        </p:nvSpPr>
        <p:spPr/>
        <p:txBody>
          <a:bodyPr/>
          <a:lstStyle/>
          <a:p>
            <a:fld id="{CB1E4CB7-CB13-4810-BF18-BE31AFC64F93}" type="slidenum">
              <a:rPr lang="en-US" smtClean="0"/>
              <a:t>‹#›</a:t>
            </a:fld>
            <a:endParaRPr lang="en-US"/>
          </a:p>
        </p:txBody>
      </p:sp>
      <p:sp>
        <p:nvSpPr>
          <p:cNvPr id="10" name="Title 9">
            <a:extLst>
              <a:ext uri="{FF2B5EF4-FFF2-40B4-BE49-F238E27FC236}">
                <a16:creationId xmlns:a16="http://schemas.microsoft.com/office/drawing/2014/main" id="{D9D22302-83E3-4E22-93DF-1E5D463B64C3}"/>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3110322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D85A6-A4E6-4160-BE43-8146A989464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BA24A80-0792-4B3B-BB5A-8B2BD91095A7}"/>
              </a:ext>
            </a:extLst>
          </p:cNvPr>
          <p:cNvSpPr>
            <a:spLocks noGrp="1"/>
          </p:cNvSpPr>
          <p:nvPr>
            <p:ph type="dt" sz="half" idx="10"/>
          </p:nvPr>
        </p:nvSpPr>
        <p:spPr/>
        <p:txBody>
          <a:bodyPr/>
          <a:lstStyle/>
          <a:p>
            <a:fld id="{3F9AFA87-1417-4992-ABD9-27C3BC8CC883}" type="datetimeFigureOut">
              <a:rPr lang="en-US" smtClean="0"/>
              <a:t>2/19/2026</a:t>
            </a:fld>
            <a:endParaRPr lang="en-US"/>
          </a:p>
        </p:txBody>
      </p:sp>
      <p:sp>
        <p:nvSpPr>
          <p:cNvPr id="4" name="Footer Placeholder 3">
            <a:extLst>
              <a:ext uri="{FF2B5EF4-FFF2-40B4-BE49-F238E27FC236}">
                <a16:creationId xmlns:a16="http://schemas.microsoft.com/office/drawing/2014/main" id="{4526116E-7A6D-485F-9FA2-25F94D4F40F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309ADCC-C5F2-4D90-B153-93DF55858291}"/>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30353379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862271-51F6-4122-9709-D279042F8846}"/>
              </a:ext>
            </a:extLst>
          </p:cNvPr>
          <p:cNvSpPr>
            <a:spLocks noGrp="1"/>
          </p:cNvSpPr>
          <p:nvPr>
            <p:ph type="dt" sz="half" idx="10"/>
          </p:nvPr>
        </p:nvSpPr>
        <p:spPr/>
        <p:txBody>
          <a:bodyPr/>
          <a:lstStyle/>
          <a:p>
            <a:fld id="{3F9AFA87-1417-4992-ABD9-27C3BC8CC883}" type="datetimeFigureOut">
              <a:rPr lang="en-US" smtClean="0"/>
              <a:t>2/19/2026</a:t>
            </a:fld>
            <a:endParaRPr lang="en-US"/>
          </a:p>
        </p:txBody>
      </p:sp>
      <p:sp>
        <p:nvSpPr>
          <p:cNvPr id="3" name="Footer Placeholder 2">
            <a:extLst>
              <a:ext uri="{FF2B5EF4-FFF2-40B4-BE49-F238E27FC236}">
                <a16:creationId xmlns:a16="http://schemas.microsoft.com/office/drawing/2014/main" id="{452CFE08-03FE-487B-8963-9FAD3049CFF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A935A50-18AE-4CB1-BB10-1CBDD8A7C2C4}"/>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42647599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1F683-796D-458C-9B32-A385D604DBFC}"/>
              </a:ext>
            </a:extLst>
          </p:cNvPr>
          <p:cNvSpPr>
            <a:spLocks noGrp="1"/>
          </p:cNvSpPr>
          <p:nvPr>
            <p:ph type="title"/>
          </p:nvPr>
        </p:nvSpPr>
        <p:spPr>
          <a:xfrm>
            <a:off x="1517904" y="1517904"/>
            <a:ext cx="3145536" cy="1792224"/>
          </a:xfrm>
        </p:spPr>
        <p:txBody>
          <a:bodyPr anchor="b">
            <a:normAutofit/>
          </a:bodyPr>
          <a:lstStyle>
            <a:lvl1pPr>
              <a:lnSpc>
                <a:spcPct val="100000"/>
              </a:lnSpc>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FB1F0BD-641B-4148-BCB3-2704218C80B8}"/>
              </a:ext>
            </a:extLst>
          </p:cNvPr>
          <p:cNvSpPr>
            <a:spLocks noGrp="1"/>
          </p:cNvSpPr>
          <p:nvPr>
            <p:ph idx="1"/>
          </p:nvPr>
        </p:nvSpPr>
        <p:spPr>
          <a:xfrm>
            <a:off x="5330952" y="1517904"/>
            <a:ext cx="5330952" cy="458114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1B28C843-B846-4456-9720-71B7D4FF4062}"/>
              </a:ext>
            </a:extLst>
          </p:cNvPr>
          <p:cNvSpPr>
            <a:spLocks noGrp="1"/>
          </p:cNvSpPr>
          <p:nvPr>
            <p:ph type="body" sz="half" idx="2"/>
          </p:nvPr>
        </p:nvSpPr>
        <p:spPr>
          <a:xfrm>
            <a:off x="1517904" y="3483864"/>
            <a:ext cx="3145536" cy="2615184"/>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3A3A03-31BD-4E7E-879A-A1C71849703C}"/>
              </a:ext>
            </a:extLst>
          </p:cNvPr>
          <p:cNvSpPr>
            <a:spLocks noGrp="1"/>
          </p:cNvSpPr>
          <p:nvPr>
            <p:ph type="dt" sz="half" idx="10"/>
          </p:nvPr>
        </p:nvSpPr>
        <p:spPr/>
        <p:txBody>
          <a:bodyPr/>
          <a:lstStyle/>
          <a:p>
            <a:fld id="{3F9AFA87-1417-4992-ABD9-27C3BC8CC883}" type="datetimeFigureOut">
              <a:rPr lang="en-US" smtClean="0"/>
              <a:t>2/19/2026</a:t>
            </a:fld>
            <a:endParaRPr lang="en-US"/>
          </a:p>
        </p:txBody>
      </p:sp>
      <p:sp>
        <p:nvSpPr>
          <p:cNvPr id="6" name="Footer Placeholder 5">
            <a:extLst>
              <a:ext uri="{FF2B5EF4-FFF2-40B4-BE49-F238E27FC236}">
                <a16:creationId xmlns:a16="http://schemas.microsoft.com/office/drawing/2014/main" id="{4EA39078-7D38-4851-A363-B6BC179A50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1FF25E-A25D-47AA-94EB-580A74F01F1F}"/>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19936603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E83B4-9B31-4F73-9767-163636522F3A}"/>
              </a:ext>
            </a:extLst>
          </p:cNvPr>
          <p:cNvSpPr>
            <a:spLocks noGrp="1"/>
          </p:cNvSpPr>
          <p:nvPr>
            <p:ph type="title"/>
          </p:nvPr>
        </p:nvSpPr>
        <p:spPr>
          <a:xfrm>
            <a:off x="1517904" y="1517904"/>
            <a:ext cx="3145536" cy="1792224"/>
          </a:xfrm>
        </p:spPr>
        <p:txBody>
          <a:bodyPr anchor="b">
            <a:normAutofit/>
          </a:bodyPr>
          <a:lstStyle>
            <a:lvl1pPr>
              <a:lnSpc>
                <a:spcPct val="100000"/>
              </a:lnSpc>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BC7CFC30-8163-47A0-A97F-3F2C3A3BE73A}"/>
              </a:ext>
            </a:extLst>
          </p:cNvPr>
          <p:cNvSpPr>
            <a:spLocks noGrp="1"/>
          </p:cNvSpPr>
          <p:nvPr>
            <p:ph type="pic" idx="1"/>
          </p:nvPr>
        </p:nvSpPr>
        <p:spPr>
          <a:xfrm>
            <a:off x="5349240" y="764032"/>
            <a:ext cx="6089904" cy="5330952"/>
          </a:xfrm>
          <a:solidFill>
            <a:schemeClr val="bg1">
              <a:lumMod val="9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0AF1B390-0C23-466E-987C-26420A5F098D}"/>
              </a:ext>
            </a:extLst>
          </p:cNvPr>
          <p:cNvSpPr>
            <a:spLocks noGrp="1"/>
          </p:cNvSpPr>
          <p:nvPr>
            <p:ph type="body" sz="half" idx="2"/>
          </p:nvPr>
        </p:nvSpPr>
        <p:spPr>
          <a:xfrm>
            <a:off x="1517904" y="3483864"/>
            <a:ext cx="3145536" cy="2615184"/>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C9CA7C-B9D0-4A72-8061-1E02AA15FE86}"/>
              </a:ext>
            </a:extLst>
          </p:cNvPr>
          <p:cNvSpPr>
            <a:spLocks noGrp="1"/>
          </p:cNvSpPr>
          <p:nvPr>
            <p:ph type="dt" sz="half" idx="10"/>
          </p:nvPr>
        </p:nvSpPr>
        <p:spPr/>
        <p:txBody>
          <a:bodyPr/>
          <a:lstStyle/>
          <a:p>
            <a:fld id="{3F9AFA87-1417-4992-ABD9-27C3BC8CC883}" type="datetimeFigureOut">
              <a:rPr lang="en-US" smtClean="0"/>
              <a:t>2/19/2026</a:t>
            </a:fld>
            <a:endParaRPr lang="en-US"/>
          </a:p>
        </p:txBody>
      </p:sp>
      <p:sp>
        <p:nvSpPr>
          <p:cNvPr id="6" name="Footer Placeholder 5">
            <a:extLst>
              <a:ext uri="{FF2B5EF4-FFF2-40B4-BE49-F238E27FC236}">
                <a16:creationId xmlns:a16="http://schemas.microsoft.com/office/drawing/2014/main" id="{C53EFC84-C9FE-4BFA-9B4E-4516A13625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01A469-3EFC-4F94-8482-378582E1C14F}"/>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24594201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F9454-6F74-46A8-B299-4AF451BFB928}"/>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66F55CA9-A0BD-4609-9307-BAF987B2626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25E4293-851E-4FA2-BFF2-B646A42369DE}"/>
              </a:ext>
            </a:extLst>
          </p:cNvPr>
          <p:cNvSpPr>
            <a:spLocks noGrp="1"/>
          </p:cNvSpPr>
          <p:nvPr>
            <p:ph type="dt" sz="half" idx="10"/>
          </p:nvPr>
        </p:nvSpPr>
        <p:spPr/>
        <p:txBody>
          <a:bodyPr/>
          <a:lstStyle/>
          <a:p>
            <a:fld id="{3F9AFA87-1417-4992-ABD9-27C3BC8CC883}" type="datetimeFigureOut">
              <a:rPr lang="en-US" smtClean="0"/>
              <a:t>2/19/2026</a:t>
            </a:fld>
            <a:endParaRPr lang="en-US"/>
          </a:p>
        </p:txBody>
      </p:sp>
      <p:sp>
        <p:nvSpPr>
          <p:cNvPr id="5" name="Footer Placeholder 4">
            <a:extLst>
              <a:ext uri="{FF2B5EF4-FFF2-40B4-BE49-F238E27FC236}">
                <a16:creationId xmlns:a16="http://schemas.microsoft.com/office/drawing/2014/main" id="{59A907F5-F26D-4A91-8D70-AB54F8B43D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8ACBD8-D942-449E-A2B8-358CD1365C0A}"/>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41250420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A50897-0C2E-420B-9A38-A8D5C1D72786}"/>
              </a:ext>
            </a:extLst>
          </p:cNvPr>
          <p:cNvSpPr>
            <a:spLocks noGrp="1"/>
          </p:cNvSpPr>
          <p:nvPr>
            <p:ph type="title" orient="vert"/>
          </p:nvPr>
        </p:nvSpPr>
        <p:spPr>
          <a:xfrm>
            <a:off x="8450317" y="1517904"/>
            <a:ext cx="2220731" cy="454678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6EDB2173-32A5-4677-A08F-DAB8FD430D1A}"/>
              </a:ext>
            </a:extLst>
          </p:cNvPr>
          <p:cNvSpPr>
            <a:spLocks noGrp="1"/>
          </p:cNvSpPr>
          <p:nvPr>
            <p:ph type="body" orient="vert" idx="1"/>
          </p:nvPr>
        </p:nvSpPr>
        <p:spPr>
          <a:xfrm>
            <a:off x="1517904" y="1517904"/>
            <a:ext cx="6562553" cy="454678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3DB124D-B801-4A6A-9DAF-EBC1B98FE4F7}"/>
              </a:ext>
            </a:extLst>
          </p:cNvPr>
          <p:cNvSpPr>
            <a:spLocks noGrp="1"/>
          </p:cNvSpPr>
          <p:nvPr>
            <p:ph type="dt" sz="half" idx="10"/>
          </p:nvPr>
        </p:nvSpPr>
        <p:spPr/>
        <p:txBody>
          <a:bodyPr/>
          <a:lstStyle/>
          <a:p>
            <a:fld id="{3F9AFA87-1417-4992-ABD9-27C3BC8CC883}" type="datetimeFigureOut">
              <a:rPr lang="en-US" smtClean="0"/>
              <a:t>2/19/2026</a:t>
            </a:fld>
            <a:endParaRPr lang="en-US"/>
          </a:p>
        </p:txBody>
      </p:sp>
      <p:sp>
        <p:nvSpPr>
          <p:cNvPr id="5" name="Footer Placeholder 4">
            <a:extLst>
              <a:ext uri="{FF2B5EF4-FFF2-40B4-BE49-F238E27FC236}">
                <a16:creationId xmlns:a16="http://schemas.microsoft.com/office/drawing/2014/main" id="{A8DAF8DF-2544-45A5-B62B-BB7948FCCA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AC232D-131E-4BE6-8E2E-BAF5A30846D6}"/>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39808827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B1D84C-7934-4E5B-B6E4-A1D6EC299551}"/>
              </a:ext>
            </a:extLst>
          </p:cNvPr>
          <p:cNvSpPr>
            <a:spLocks noGrp="1"/>
          </p:cNvSpPr>
          <p:nvPr>
            <p:ph type="title"/>
          </p:nvPr>
        </p:nvSpPr>
        <p:spPr>
          <a:xfrm>
            <a:off x="1517904" y="1517904"/>
            <a:ext cx="9144000" cy="134416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F6A990F-40AC-447A-964A-840C94A6471A}"/>
              </a:ext>
            </a:extLst>
          </p:cNvPr>
          <p:cNvSpPr>
            <a:spLocks noGrp="1"/>
          </p:cNvSpPr>
          <p:nvPr>
            <p:ph type="body" idx="1"/>
          </p:nvPr>
        </p:nvSpPr>
        <p:spPr>
          <a:xfrm>
            <a:off x="1517904" y="2971800"/>
            <a:ext cx="9144000" cy="31272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7D832A1-FFBA-48B6-B2D0-E5414F12838B}"/>
              </a:ext>
            </a:extLst>
          </p:cNvPr>
          <p:cNvSpPr>
            <a:spLocks noGrp="1"/>
          </p:cNvSpPr>
          <p:nvPr>
            <p:ph type="dt" sz="half" idx="2"/>
          </p:nvPr>
        </p:nvSpPr>
        <p:spPr>
          <a:xfrm>
            <a:off x="8805672" y="6400800"/>
            <a:ext cx="1865376" cy="365125"/>
          </a:xfrm>
          <a:prstGeom prst="rect">
            <a:avLst/>
          </a:prstGeom>
        </p:spPr>
        <p:txBody>
          <a:bodyPr vert="horz" lIns="91440" tIns="45720" rIns="91440" bIns="45720" rtlCol="0" anchor="ctr"/>
          <a:lstStyle>
            <a:lvl1pPr algn="r">
              <a:defRPr sz="1000">
                <a:solidFill>
                  <a:schemeClr val="tx1"/>
                </a:solidFill>
              </a:defRPr>
            </a:lvl1pPr>
          </a:lstStyle>
          <a:p>
            <a:pPr algn="r"/>
            <a:fld id="{3F9AFA87-1417-4992-ABD9-27C3BC8CC883}" type="datetimeFigureOut">
              <a:rPr lang="en-US" smtClean="0"/>
              <a:pPr algn="r"/>
              <a:t>2/19/2026</a:t>
            </a:fld>
            <a:endParaRPr lang="en-US" dirty="0"/>
          </a:p>
        </p:txBody>
      </p:sp>
      <p:sp>
        <p:nvSpPr>
          <p:cNvPr id="5" name="Footer Placeholder 4">
            <a:extLst>
              <a:ext uri="{FF2B5EF4-FFF2-40B4-BE49-F238E27FC236}">
                <a16:creationId xmlns:a16="http://schemas.microsoft.com/office/drawing/2014/main" id="{0F933EC1-4EE2-4453-841C-CFDFE708948E}"/>
              </a:ext>
            </a:extLst>
          </p:cNvPr>
          <p:cNvSpPr>
            <a:spLocks noGrp="1"/>
          </p:cNvSpPr>
          <p:nvPr>
            <p:ph type="ftr" sz="quarter" idx="3"/>
          </p:nvPr>
        </p:nvSpPr>
        <p:spPr>
          <a:xfrm>
            <a:off x="758952" y="6400800"/>
            <a:ext cx="6099048" cy="365125"/>
          </a:xfrm>
          <a:prstGeom prst="rect">
            <a:avLst/>
          </a:prstGeom>
        </p:spPr>
        <p:txBody>
          <a:bodyPr vert="horz" lIns="91440" tIns="45720" rIns="91440" bIns="45720" rtlCol="0" anchor="ctr"/>
          <a:lstStyle>
            <a:lvl1pPr algn="l">
              <a:defRPr sz="1000">
                <a:solidFill>
                  <a:schemeClr val="tx1"/>
                </a:solidFill>
              </a:defRPr>
            </a:lvl1pPr>
          </a:lstStyle>
          <a:p>
            <a:endParaRPr lang="en-US" sz="1000" dirty="0"/>
          </a:p>
        </p:txBody>
      </p:sp>
      <p:sp>
        <p:nvSpPr>
          <p:cNvPr id="6" name="Slide Number Placeholder 5">
            <a:extLst>
              <a:ext uri="{FF2B5EF4-FFF2-40B4-BE49-F238E27FC236}">
                <a16:creationId xmlns:a16="http://schemas.microsoft.com/office/drawing/2014/main" id="{C3CEBA78-E732-44EF-BA0B-FC42F7931311}"/>
              </a:ext>
            </a:extLst>
          </p:cNvPr>
          <p:cNvSpPr>
            <a:spLocks noGrp="1"/>
          </p:cNvSpPr>
          <p:nvPr>
            <p:ph type="sldNum" sz="quarter" idx="4"/>
          </p:nvPr>
        </p:nvSpPr>
        <p:spPr>
          <a:xfrm>
            <a:off x="10899648" y="6400800"/>
            <a:ext cx="530352" cy="365125"/>
          </a:xfrm>
          <a:prstGeom prst="rect">
            <a:avLst/>
          </a:prstGeom>
        </p:spPr>
        <p:txBody>
          <a:bodyPr vert="horz" lIns="91440" tIns="45720" rIns="91440" bIns="45720" rtlCol="0" anchor="ctr"/>
          <a:lstStyle>
            <a:lvl1pPr algn="r">
              <a:defRPr sz="1000" b="1">
                <a:solidFill>
                  <a:schemeClr val="tx1"/>
                </a:solidFill>
              </a:defRPr>
            </a:lvl1pPr>
          </a:lstStyle>
          <a:p>
            <a:fld id="{CB1E4CB7-CB13-4810-BF18-BE31AFC64F93}" type="slidenum">
              <a:rPr lang="en-US" smtClean="0"/>
              <a:pPr/>
              <a:t>‹#›</a:t>
            </a:fld>
            <a:endParaRPr lang="en-US" sz="1000" dirty="0"/>
          </a:p>
        </p:txBody>
      </p:sp>
      <p:sp>
        <p:nvSpPr>
          <p:cNvPr id="8" name="Freeform: Shape 7">
            <a:extLst>
              <a:ext uri="{FF2B5EF4-FFF2-40B4-BE49-F238E27FC236}">
                <a16:creationId xmlns:a16="http://schemas.microsoft.com/office/drawing/2014/main" id="{49306479-8C4D-4E4A-A330-DFC80A8A01BE}"/>
              </a:ext>
            </a:extLst>
          </p:cNvPr>
          <p:cNvSpPr/>
          <p:nvPr/>
        </p:nvSpPr>
        <p:spPr>
          <a:xfrm>
            <a:off x="0" y="0"/>
            <a:ext cx="12192000" cy="6105524"/>
          </a:xfrm>
          <a:custGeom>
            <a:avLst/>
            <a:gdLst>
              <a:gd name="connsiteX0" fmla="*/ 0 w 12192000"/>
              <a:gd name="connsiteY0" fmla="*/ 0 h 6105524"/>
              <a:gd name="connsiteX1" fmla="*/ 12192000 w 12192000"/>
              <a:gd name="connsiteY1" fmla="*/ 0 h 6105524"/>
              <a:gd name="connsiteX2" fmla="*/ 12192000 w 12192000"/>
              <a:gd name="connsiteY2" fmla="*/ 6105524 h 6105524"/>
              <a:gd name="connsiteX3" fmla="*/ 11435080 w 12192000"/>
              <a:gd name="connsiteY3" fmla="*/ 6105524 h 6105524"/>
              <a:gd name="connsiteX4" fmla="*/ 11435080 w 12192000"/>
              <a:gd name="connsiteY4" fmla="*/ 771523 h 6105524"/>
              <a:gd name="connsiteX5" fmla="*/ 767080 w 12192000"/>
              <a:gd name="connsiteY5" fmla="*/ 771523 h 6105524"/>
              <a:gd name="connsiteX6" fmla="*/ 767080 w 12192000"/>
              <a:gd name="connsiteY6" fmla="*/ 6105524 h 6105524"/>
              <a:gd name="connsiteX7" fmla="*/ 0 w 12192000"/>
              <a:gd name="connsiteY7" fmla="*/ 6105524 h 6105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105524">
                <a:moveTo>
                  <a:pt x="0" y="0"/>
                </a:moveTo>
                <a:lnTo>
                  <a:pt x="12192000" y="0"/>
                </a:lnTo>
                <a:lnTo>
                  <a:pt x="12192000" y="6105524"/>
                </a:lnTo>
                <a:lnTo>
                  <a:pt x="11435080" y="6105524"/>
                </a:lnTo>
                <a:lnTo>
                  <a:pt x="11435080" y="771523"/>
                </a:lnTo>
                <a:lnTo>
                  <a:pt x="767080" y="771523"/>
                </a:lnTo>
                <a:lnTo>
                  <a:pt x="767080" y="6105524"/>
                </a:lnTo>
                <a:lnTo>
                  <a:pt x="0" y="6105524"/>
                </a:lnTo>
                <a:close/>
              </a:path>
            </a:pathLst>
          </a:cu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091618429"/>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txStyles>
    <p:titleStyle>
      <a:lvl1pPr algn="l" defTabSz="914400" rtl="0" eaLnBrk="1" latinLnBrk="0" hangingPunct="1">
        <a:lnSpc>
          <a:spcPct val="95000"/>
        </a:lnSpc>
        <a:spcBef>
          <a:spcPct val="0"/>
        </a:spcBef>
        <a:buNone/>
        <a:defRPr sz="4200" kern="1200" spc="-50" baseline="0">
          <a:solidFill>
            <a:schemeClr val="tx1"/>
          </a:solidFill>
          <a:latin typeface="+mj-lt"/>
          <a:ea typeface="+mj-ea"/>
          <a:cs typeface="+mj-cs"/>
        </a:defRPr>
      </a:lvl1pPr>
    </p:titleStyle>
    <p:bodyStyle>
      <a:lvl1pPr marL="365760" indent="-365760" algn="l" defTabSz="914400" rtl="0" eaLnBrk="1" latinLnBrk="0" hangingPunct="1">
        <a:lnSpc>
          <a:spcPct val="105000"/>
        </a:lnSpc>
        <a:spcBef>
          <a:spcPts val="900"/>
        </a:spcBef>
        <a:buClr>
          <a:schemeClr val="accent5"/>
        </a:buClr>
        <a:buFont typeface="Avenir Next LT Pro" panose="020B0504020202020204" pitchFamily="34" charset="0"/>
        <a:buChar char="+"/>
        <a:defRPr sz="2600" kern="1200">
          <a:solidFill>
            <a:schemeClr val="tx1"/>
          </a:solidFill>
          <a:latin typeface="+mn-lt"/>
          <a:ea typeface="+mn-ea"/>
          <a:cs typeface="+mn-cs"/>
        </a:defRPr>
      </a:lvl1pPr>
      <a:lvl2pPr marL="365760" indent="0" algn="l" defTabSz="914400" rtl="0" eaLnBrk="1" latinLnBrk="0" hangingPunct="1">
        <a:lnSpc>
          <a:spcPct val="105000"/>
        </a:lnSpc>
        <a:spcBef>
          <a:spcPts val="900"/>
        </a:spcBef>
        <a:buFont typeface="Arial" panose="020B0604020202020204" pitchFamily="34" charset="0"/>
        <a:buNone/>
        <a:defRPr sz="2000" kern="1200">
          <a:solidFill>
            <a:schemeClr val="tx1">
              <a:lumMod val="75000"/>
              <a:lumOff val="25000"/>
            </a:schemeClr>
          </a:solidFill>
          <a:latin typeface="+mn-lt"/>
          <a:ea typeface="+mn-ea"/>
          <a:cs typeface="+mn-cs"/>
        </a:defRPr>
      </a:lvl2pPr>
      <a:lvl3pPr marL="640080" indent="-274320" algn="l" defTabSz="914400" rtl="0" eaLnBrk="1" latinLnBrk="0" hangingPunct="1">
        <a:lnSpc>
          <a:spcPct val="105000"/>
        </a:lnSpc>
        <a:spcBef>
          <a:spcPts val="600"/>
        </a:spcBef>
        <a:buClr>
          <a:schemeClr val="accent5"/>
        </a:buClr>
        <a:buFont typeface="Avenir Next LT Pro" panose="020B0504020202020204" pitchFamily="34" charset="0"/>
        <a:buChar char="+"/>
        <a:defRPr sz="2000" kern="1200">
          <a:solidFill>
            <a:schemeClr val="tx1"/>
          </a:solidFill>
          <a:latin typeface="+mn-lt"/>
          <a:ea typeface="+mn-ea"/>
          <a:cs typeface="+mn-cs"/>
        </a:defRPr>
      </a:lvl3pPr>
      <a:lvl4pPr marL="640080" indent="0" algn="l" defTabSz="914400" rtl="0" eaLnBrk="1" latinLnBrk="0" hangingPunct="1">
        <a:lnSpc>
          <a:spcPct val="105000"/>
        </a:lnSpc>
        <a:spcBef>
          <a:spcPts val="600"/>
        </a:spcBef>
        <a:buFontTx/>
        <a:buNone/>
        <a:defRPr sz="1800" i="1" kern="1200">
          <a:solidFill>
            <a:schemeClr val="tx1">
              <a:lumMod val="75000"/>
              <a:lumOff val="25000"/>
            </a:schemeClr>
          </a:solidFill>
          <a:latin typeface="+mn-lt"/>
          <a:ea typeface="+mn-ea"/>
          <a:cs typeface="+mn-cs"/>
        </a:defRPr>
      </a:lvl4pPr>
      <a:lvl5pPr marL="886968" indent="-274320" algn="l" defTabSz="914400" rtl="0" eaLnBrk="1" latinLnBrk="0" hangingPunct="1">
        <a:lnSpc>
          <a:spcPct val="105000"/>
        </a:lnSpc>
        <a:spcBef>
          <a:spcPts val="600"/>
        </a:spcBef>
        <a:buClr>
          <a:schemeClr val="accent5"/>
        </a:buClr>
        <a:buFont typeface="Avenir Next LT Pro" panose="020B05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www.json.org/"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84136905-015B-4510-B514-027CBA846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36CD0F97-2E5B-4E84-8544-EB24DED104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099048"/>
          </a:xfrm>
          <a:prstGeom prst="rect">
            <a:avLst/>
          </a:pr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5" name="Freeform: Shape 74">
            <a:extLst>
              <a:ext uri="{FF2B5EF4-FFF2-40B4-BE49-F238E27FC236}">
                <a16:creationId xmlns:a16="http://schemas.microsoft.com/office/drawing/2014/main" id="{18E670AF-873F-44DB-9862-796E652EEC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430001" cy="6175613"/>
          </a:xfrm>
          <a:custGeom>
            <a:avLst/>
            <a:gdLst>
              <a:gd name="connsiteX0" fmla="*/ 0 w 11430001"/>
              <a:gd name="connsiteY0" fmla="*/ 0 h 6175613"/>
              <a:gd name="connsiteX1" fmla="*/ 5638031 w 11430001"/>
              <a:gd name="connsiteY1" fmla="*/ 0 h 6175613"/>
              <a:gd name="connsiteX2" fmla="*/ 5638031 w 11430001"/>
              <a:gd name="connsiteY2" fmla="*/ 758954 h 6175613"/>
              <a:gd name="connsiteX3" fmla="*/ 11430001 w 11430001"/>
              <a:gd name="connsiteY3" fmla="*/ 758954 h 6175613"/>
              <a:gd name="connsiteX4" fmla="*/ 11430001 w 11430001"/>
              <a:gd name="connsiteY4" fmla="*/ 6175613 h 6175613"/>
              <a:gd name="connsiteX5" fmla="*/ 5638031 w 11430001"/>
              <a:gd name="connsiteY5" fmla="*/ 6175613 h 6175613"/>
              <a:gd name="connsiteX6" fmla="*/ 5240741 w 11430001"/>
              <a:gd name="connsiteY6" fmla="*/ 6175613 h 6175613"/>
              <a:gd name="connsiteX7" fmla="*/ 0 w 11430001"/>
              <a:gd name="connsiteY7" fmla="*/ 6175613 h 6175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30001" h="6175613">
                <a:moveTo>
                  <a:pt x="0" y="0"/>
                </a:moveTo>
                <a:lnTo>
                  <a:pt x="5638031" y="0"/>
                </a:lnTo>
                <a:lnTo>
                  <a:pt x="5638031" y="758954"/>
                </a:lnTo>
                <a:lnTo>
                  <a:pt x="11430001" y="758954"/>
                </a:lnTo>
                <a:lnTo>
                  <a:pt x="11430001" y="6175613"/>
                </a:lnTo>
                <a:lnTo>
                  <a:pt x="5638031" y="6175613"/>
                </a:lnTo>
                <a:lnTo>
                  <a:pt x="5240741" y="6175613"/>
                </a:lnTo>
                <a:lnTo>
                  <a:pt x="0" y="6175613"/>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34D74C2-BA2A-40A1-AE83-583A6C269AC3}"/>
              </a:ext>
            </a:extLst>
          </p:cNvPr>
          <p:cNvSpPr>
            <a:spLocks noGrp="1"/>
          </p:cNvSpPr>
          <p:nvPr>
            <p:ph type="title"/>
          </p:nvPr>
        </p:nvSpPr>
        <p:spPr>
          <a:xfrm>
            <a:off x="762000" y="758953"/>
            <a:ext cx="4089779" cy="2028388"/>
          </a:xfrm>
        </p:spPr>
        <p:txBody>
          <a:bodyPr anchor="ctr">
            <a:normAutofit/>
          </a:bodyPr>
          <a:lstStyle/>
          <a:p>
            <a:r>
              <a:rPr lang="en-US" b="0" i="0">
                <a:effectLst/>
                <a:latin typeface="georgia" panose="02040502050405020303" pitchFamily="18" charset="0"/>
              </a:rPr>
              <a:t>Text and CSV files</a:t>
            </a:r>
            <a:endParaRPr lang="en-IN" dirty="0"/>
          </a:p>
        </p:txBody>
      </p:sp>
      <p:sp>
        <p:nvSpPr>
          <p:cNvPr id="3" name="Content Placeholder 2">
            <a:extLst>
              <a:ext uri="{FF2B5EF4-FFF2-40B4-BE49-F238E27FC236}">
                <a16:creationId xmlns:a16="http://schemas.microsoft.com/office/drawing/2014/main" id="{B0083C22-2F76-4759-A324-EEE1BC716AFA}"/>
              </a:ext>
            </a:extLst>
          </p:cNvPr>
          <p:cNvSpPr>
            <a:spLocks noGrp="1"/>
          </p:cNvSpPr>
          <p:nvPr>
            <p:ph idx="1"/>
          </p:nvPr>
        </p:nvSpPr>
        <p:spPr>
          <a:xfrm>
            <a:off x="762000" y="2893326"/>
            <a:ext cx="4089779" cy="3202674"/>
          </a:xfrm>
        </p:spPr>
        <p:txBody>
          <a:bodyPr anchor="t">
            <a:normAutofit/>
          </a:bodyPr>
          <a:lstStyle/>
          <a:p>
            <a:r>
              <a:rPr lang="en-US" b="0" i="0" dirty="0">
                <a:effectLst/>
                <a:latin typeface="georgia" panose="02040502050405020303" pitchFamily="18" charset="0"/>
              </a:rPr>
              <a:t>Text and CSV files are quite common and frequently </a:t>
            </a:r>
            <a:r>
              <a:rPr lang="en-US" dirty="0">
                <a:latin typeface="georgia" panose="02040502050405020303" pitchFamily="18" charset="0"/>
              </a:rPr>
              <a:t>d</a:t>
            </a:r>
            <a:r>
              <a:rPr lang="en-US" b="0" i="0" dirty="0">
                <a:effectLst/>
                <a:latin typeface="georgia" panose="02040502050405020303" pitchFamily="18" charset="0"/>
              </a:rPr>
              <a:t>ata engineers and data scientists received text and CSV files to work upon.</a:t>
            </a:r>
          </a:p>
          <a:p>
            <a:endParaRPr lang="en-IN" dirty="0"/>
          </a:p>
        </p:txBody>
      </p:sp>
      <p:pic>
        <p:nvPicPr>
          <p:cNvPr id="2050" name="Picture 2" descr="Excel VBA Programming - Opening Text and CSV files">
            <a:extLst>
              <a:ext uri="{FF2B5EF4-FFF2-40B4-BE49-F238E27FC236}">
                <a16:creationId xmlns:a16="http://schemas.microsoft.com/office/drawing/2014/main" id="{C2815233-B042-44C0-BF7E-7152BEEC476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641077" y="2718679"/>
            <a:ext cx="5026924" cy="21795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3075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84136905-015B-4510-B514-027CBA846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36CD0F97-2E5B-4E84-8544-EB24DED104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099048"/>
          </a:xfrm>
          <a:prstGeom prst="rect">
            <a:avLst/>
          </a:pr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5" name="Freeform: Shape 74">
            <a:extLst>
              <a:ext uri="{FF2B5EF4-FFF2-40B4-BE49-F238E27FC236}">
                <a16:creationId xmlns:a16="http://schemas.microsoft.com/office/drawing/2014/main" id="{18E670AF-873F-44DB-9862-796E652EEC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430001" cy="6175613"/>
          </a:xfrm>
          <a:custGeom>
            <a:avLst/>
            <a:gdLst>
              <a:gd name="connsiteX0" fmla="*/ 0 w 11430001"/>
              <a:gd name="connsiteY0" fmla="*/ 0 h 6175613"/>
              <a:gd name="connsiteX1" fmla="*/ 5638031 w 11430001"/>
              <a:gd name="connsiteY1" fmla="*/ 0 h 6175613"/>
              <a:gd name="connsiteX2" fmla="*/ 5638031 w 11430001"/>
              <a:gd name="connsiteY2" fmla="*/ 758954 h 6175613"/>
              <a:gd name="connsiteX3" fmla="*/ 11430001 w 11430001"/>
              <a:gd name="connsiteY3" fmla="*/ 758954 h 6175613"/>
              <a:gd name="connsiteX4" fmla="*/ 11430001 w 11430001"/>
              <a:gd name="connsiteY4" fmla="*/ 6175613 h 6175613"/>
              <a:gd name="connsiteX5" fmla="*/ 5638031 w 11430001"/>
              <a:gd name="connsiteY5" fmla="*/ 6175613 h 6175613"/>
              <a:gd name="connsiteX6" fmla="*/ 5240741 w 11430001"/>
              <a:gd name="connsiteY6" fmla="*/ 6175613 h 6175613"/>
              <a:gd name="connsiteX7" fmla="*/ 0 w 11430001"/>
              <a:gd name="connsiteY7" fmla="*/ 6175613 h 6175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30001" h="6175613">
                <a:moveTo>
                  <a:pt x="0" y="0"/>
                </a:moveTo>
                <a:lnTo>
                  <a:pt x="5638031" y="0"/>
                </a:lnTo>
                <a:lnTo>
                  <a:pt x="5638031" y="758954"/>
                </a:lnTo>
                <a:lnTo>
                  <a:pt x="11430001" y="758954"/>
                </a:lnTo>
                <a:lnTo>
                  <a:pt x="11430001" y="6175613"/>
                </a:lnTo>
                <a:lnTo>
                  <a:pt x="5638031" y="6175613"/>
                </a:lnTo>
                <a:lnTo>
                  <a:pt x="5240741" y="6175613"/>
                </a:lnTo>
                <a:lnTo>
                  <a:pt x="0" y="6175613"/>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34D74C2-BA2A-40A1-AE83-583A6C269AC3}"/>
              </a:ext>
            </a:extLst>
          </p:cNvPr>
          <p:cNvSpPr>
            <a:spLocks noGrp="1"/>
          </p:cNvSpPr>
          <p:nvPr>
            <p:ph type="title"/>
          </p:nvPr>
        </p:nvSpPr>
        <p:spPr>
          <a:xfrm>
            <a:off x="762000" y="758953"/>
            <a:ext cx="4089779" cy="2028388"/>
          </a:xfrm>
        </p:spPr>
        <p:txBody>
          <a:bodyPr anchor="ctr">
            <a:normAutofit/>
          </a:bodyPr>
          <a:lstStyle/>
          <a:p>
            <a:r>
              <a:rPr lang="en-IN" b="1" i="0">
                <a:effectLst/>
                <a:latin typeface="Roboto Slab"/>
              </a:rPr>
              <a:t>JSON Records</a:t>
            </a:r>
            <a:br>
              <a:rPr lang="en-IN" b="1" i="0">
                <a:effectLst/>
                <a:latin typeface="Roboto Slab"/>
              </a:rPr>
            </a:br>
            <a:endParaRPr lang="en-IN" dirty="0"/>
          </a:p>
        </p:txBody>
      </p:sp>
      <p:sp>
        <p:nvSpPr>
          <p:cNvPr id="3" name="Content Placeholder 2">
            <a:extLst>
              <a:ext uri="{FF2B5EF4-FFF2-40B4-BE49-F238E27FC236}">
                <a16:creationId xmlns:a16="http://schemas.microsoft.com/office/drawing/2014/main" id="{B0083C22-2F76-4759-A324-EEE1BC716AFA}"/>
              </a:ext>
            </a:extLst>
          </p:cNvPr>
          <p:cNvSpPr>
            <a:spLocks noGrp="1"/>
          </p:cNvSpPr>
          <p:nvPr>
            <p:ph idx="1"/>
          </p:nvPr>
        </p:nvSpPr>
        <p:spPr>
          <a:xfrm>
            <a:off x="762000" y="2893326"/>
            <a:ext cx="4089779" cy="3202674"/>
          </a:xfrm>
        </p:spPr>
        <p:txBody>
          <a:bodyPr anchor="t">
            <a:normAutofit/>
          </a:bodyPr>
          <a:lstStyle/>
          <a:p>
            <a:r>
              <a:rPr lang="en-US" b="0" i="0" u="none" strike="noStrike">
                <a:effectLst/>
                <a:latin typeface="georgia" panose="02040502050405020303" pitchFamily="18" charset="0"/>
                <a:hlinkClick r:id="rId2"/>
              </a:rPr>
              <a:t>JSON</a:t>
            </a:r>
            <a:r>
              <a:rPr lang="en-US" b="0" i="0">
                <a:effectLst/>
                <a:latin typeface="georgia" panose="02040502050405020303" pitchFamily="18" charset="0"/>
              </a:rPr>
              <a:t> records contain JSON files where each line is its own JSON datum. In the case of JSON files.</a:t>
            </a:r>
          </a:p>
          <a:p>
            <a:endParaRPr lang="en-IN" dirty="0"/>
          </a:p>
        </p:txBody>
      </p:sp>
      <p:pic>
        <p:nvPicPr>
          <p:cNvPr id="3074" name="Picture 2" descr="Append to JSON file using Python - GeeksforGeeks">
            <a:extLst>
              <a:ext uri="{FF2B5EF4-FFF2-40B4-BE49-F238E27FC236}">
                <a16:creationId xmlns:a16="http://schemas.microsoft.com/office/drawing/2014/main" id="{BB535FD3-1F2F-4C12-A5E2-64B15BB6FC0B}"/>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641077" y="1530085"/>
            <a:ext cx="5026924" cy="45567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18634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5" name="Rectangle 134">
            <a:extLst>
              <a:ext uri="{FF2B5EF4-FFF2-40B4-BE49-F238E27FC236}">
                <a16:creationId xmlns:a16="http://schemas.microsoft.com/office/drawing/2014/main" id="{84136905-015B-4510-B514-027CBA846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Rectangle 136">
            <a:extLst>
              <a:ext uri="{FF2B5EF4-FFF2-40B4-BE49-F238E27FC236}">
                <a16:creationId xmlns:a16="http://schemas.microsoft.com/office/drawing/2014/main" id="{36CD0F97-2E5B-4E84-8544-EB24DED104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099048"/>
          </a:xfrm>
          <a:prstGeom prst="rect">
            <a:avLst/>
          </a:pr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9" name="Freeform: Shape 138">
            <a:extLst>
              <a:ext uri="{FF2B5EF4-FFF2-40B4-BE49-F238E27FC236}">
                <a16:creationId xmlns:a16="http://schemas.microsoft.com/office/drawing/2014/main" id="{18E670AF-873F-44DB-9862-796E652EEC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430001" cy="6175613"/>
          </a:xfrm>
          <a:custGeom>
            <a:avLst/>
            <a:gdLst>
              <a:gd name="connsiteX0" fmla="*/ 0 w 11430001"/>
              <a:gd name="connsiteY0" fmla="*/ 0 h 6175613"/>
              <a:gd name="connsiteX1" fmla="*/ 5638031 w 11430001"/>
              <a:gd name="connsiteY1" fmla="*/ 0 h 6175613"/>
              <a:gd name="connsiteX2" fmla="*/ 5638031 w 11430001"/>
              <a:gd name="connsiteY2" fmla="*/ 758954 h 6175613"/>
              <a:gd name="connsiteX3" fmla="*/ 11430001 w 11430001"/>
              <a:gd name="connsiteY3" fmla="*/ 758954 h 6175613"/>
              <a:gd name="connsiteX4" fmla="*/ 11430001 w 11430001"/>
              <a:gd name="connsiteY4" fmla="*/ 6175613 h 6175613"/>
              <a:gd name="connsiteX5" fmla="*/ 5638031 w 11430001"/>
              <a:gd name="connsiteY5" fmla="*/ 6175613 h 6175613"/>
              <a:gd name="connsiteX6" fmla="*/ 5240741 w 11430001"/>
              <a:gd name="connsiteY6" fmla="*/ 6175613 h 6175613"/>
              <a:gd name="connsiteX7" fmla="*/ 0 w 11430001"/>
              <a:gd name="connsiteY7" fmla="*/ 6175613 h 6175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30001" h="6175613">
                <a:moveTo>
                  <a:pt x="0" y="0"/>
                </a:moveTo>
                <a:lnTo>
                  <a:pt x="5638031" y="0"/>
                </a:lnTo>
                <a:lnTo>
                  <a:pt x="5638031" y="758954"/>
                </a:lnTo>
                <a:lnTo>
                  <a:pt x="11430001" y="758954"/>
                </a:lnTo>
                <a:lnTo>
                  <a:pt x="11430001" y="6175613"/>
                </a:lnTo>
                <a:lnTo>
                  <a:pt x="5638031" y="6175613"/>
                </a:lnTo>
                <a:lnTo>
                  <a:pt x="5240741" y="6175613"/>
                </a:lnTo>
                <a:lnTo>
                  <a:pt x="0" y="6175613"/>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34D74C2-BA2A-40A1-AE83-583A6C269AC3}"/>
              </a:ext>
            </a:extLst>
          </p:cNvPr>
          <p:cNvSpPr>
            <a:spLocks noGrp="1"/>
          </p:cNvSpPr>
          <p:nvPr>
            <p:ph type="title"/>
          </p:nvPr>
        </p:nvSpPr>
        <p:spPr>
          <a:xfrm>
            <a:off x="762000" y="758953"/>
            <a:ext cx="4089779" cy="2028388"/>
          </a:xfrm>
        </p:spPr>
        <p:txBody>
          <a:bodyPr anchor="ctr">
            <a:normAutofit/>
          </a:bodyPr>
          <a:lstStyle/>
          <a:p>
            <a:r>
              <a:rPr lang="en-IN" b="1" i="0">
                <a:effectLst/>
                <a:latin typeface="Roboto Slab"/>
              </a:rPr>
              <a:t>AVRO Files</a:t>
            </a:r>
            <a:br>
              <a:rPr lang="en-IN" b="1" i="0">
                <a:effectLst/>
                <a:latin typeface="Roboto Slab"/>
              </a:rPr>
            </a:br>
            <a:br>
              <a:rPr lang="en-IN" b="1" i="0">
                <a:effectLst/>
                <a:latin typeface="Roboto Slab"/>
              </a:rPr>
            </a:br>
            <a:endParaRPr lang="en-IN"/>
          </a:p>
        </p:txBody>
      </p:sp>
      <p:sp>
        <p:nvSpPr>
          <p:cNvPr id="3" name="Content Placeholder 2">
            <a:extLst>
              <a:ext uri="{FF2B5EF4-FFF2-40B4-BE49-F238E27FC236}">
                <a16:creationId xmlns:a16="http://schemas.microsoft.com/office/drawing/2014/main" id="{B0083C22-2F76-4759-A324-EEE1BC716AFA}"/>
              </a:ext>
            </a:extLst>
          </p:cNvPr>
          <p:cNvSpPr>
            <a:spLocks noGrp="1"/>
          </p:cNvSpPr>
          <p:nvPr>
            <p:ph idx="1"/>
          </p:nvPr>
        </p:nvSpPr>
        <p:spPr>
          <a:xfrm>
            <a:off x="762000" y="2893326"/>
            <a:ext cx="4089779" cy="3202674"/>
          </a:xfrm>
        </p:spPr>
        <p:txBody>
          <a:bodyPr anchor="t">
            <a:normAutofit/>
          </a:bodyPr>
          <a:lstStyle/>
          <a:p>
            <a:pPr>
              <a:lnSpc>
                <a:spcPct val="95000"/>
              </a:lnSpc>
            </a:pPr>
            <a:r>
              <a:rPr lang="en-US" sz="2200" b="0" i="0">
                <a:effectLst/>
                <a:latin typeface="georgia" panose="02040502050405020303" pitchFamily="18" charset="0"/>
              </a:rPr>
              <a:t>Avro is quickly becoming the top choice for the developers due to its multiple benefits. Avro stores metadata with the data itself and allows specification of an independent schema for reading the file.</a:t>
            </a:r>
          </a:p>
          <a:p>
            <a:pPr>
              <a:lnSpc>
                <a:spcPct val="95000"/>
              </a:lnSpc>
            </a:pPr>
            <a:endParaRPr lang="en-US" sz="2200" b="0" i="0">
              <a:effectLst/>
              <a:latin typeface="georgia" panose="02040502050405020303" pitchFamily="18" charset="0"/>
            </a:endParaRPr>
          </a:p>
          <a:p>
            <a:pPr marL="0" indent="0">
              <a:lnSpc>
                <a:spcPct val="95000"/>
              </a:lnSpc>
              <a:buNone/>
            </a:pPr>
            <a:endParaRPr lang="en-IN" sz="2200"/>
          </a:p>
        </p:txBody>
      </p:sp>
      <p:pic>
        <p:nvPicPr>
          <p:cNvPr id="4098" name="Picture 2" descr="End-to-end Data Governance with Apache Avro and Atlas">
            <a:extLst>
              <a:ext uri="{FF2B5EF4-FFF2-40B4-BE49-F238E27FC236}">
                <a16:creationId xmlns:a16="http://schemas.microsoft.com/office/drawing/2014/main" id="{356E1A0D-F046-45D3-9BDB-4526EF94E9C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641077" y="1923379"/>
            <a:ext cx="5026924" cy="37701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58671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84136905-015B-4510-B514-027CBA846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36CD0F97-2E5B-4E84-8544-EB24DED104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099048"/>
          </a:xfrm>
          <a:prstGeom prst="rect">
            <a:avLst/>
          </a:pr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5" name="Freeform: Shape 74">
            <a:extLst>
              <a:ext uri="{FF2B5EF4-FFF2-40B4-BE49-F238E27FC236}">
                <a16:creationId xmlns:a16="http://schemas.microsoft.com/office/drawing/2014/main" id="{18E670AF-873F-44DB-9862-796E652EEC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430001" cy="6175613"/>
          </a:xfrm>
          <a:custGeom>
            <a:avLst/>
            <a:gdLst>
              <a:gd name="connsiteX0" fmla="*/ 0 w 11430001"/>
              <a:gd name="connsiteY0" fmla="*/ 0 h 6175613"/>
              <a:gd name="connsiteX1" fmla="*/ 5638031 w 11430001"/>
              <a:gd name="connsiteY1" fmla="*/ 0 h 6175613"/>
              <a:gd name="connsiteX2" fmla="*/ 5638031 w 11430001"/>
              <a:gd name="connsiteY2" fmla="*/ 758954 h 6175613"/>
              <a:gd name="connsiteX3" fmla="*/ 11430001 w 11430001"/>
              <a:gd name="connsiteY3" fmla="*/ 758954 h 6175613"/>
              <a:gd name="connsiteX4" fmla="*/ 11430001 w 11430001"/>
              <a:gd name="connsiteY4" fmla="*/ 6175613 h 6175613"/>
              <a:gd name="connsiteX5" fmla="*/ 5638031 w 11430001"/>
              <a:gd name="connsiteY5" fmla="*/ 6175613 h 6175613"/>
              <a:gd name="connsiteX6" fmla="*/ 5240741 w 11430001"/>
              <a:gd name="connsiteY6" fmla="*/ 6175613 h 6175613"/>
              <a:gd name="connsiteX7" fmla="*/ 0 w 11430001"/>
              <a:gd name="connsiteY7" fmla="*/ 6175613 h 6175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30001" h="6175613">
                <a:moveTo>
                  <a:pt x="0" y="0"/>
                </a:moveTo>
                <a:lnTo>
                  <a:pt x="5638031" y="0"/>
                </a:lnTo>
                <a:lnTo>
                  <a:pt x="5638031" y="758954"/>
                </a:lnTo>
                <a:lnTo>
                  <a:pt x="11430001" y="758954"/>
                </a:lnTo>
                <a:lnTo>
                  <a:pt x="11430001" y="6175613"/>
                </a:lnTo>
                <a:lnTo>
                  <a:pt x="5638031" y="6175613"/>
                </a:lnTo>
                <a:lnTo>
                  <a:pt x="5240741" y="6175613"/>
                </a:lnTo>
                <a:lnTo>
                  <a:pt x="0" y="6175613"/>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6124E8D-788C-4B4F-A1B9-7D08799B994B}"/>
              </a:ext>
            </a:extLst>
          </p:cNvPr>
          <p:cNvSpPr>
            <a:spLocks noGrp="1"/>
          </p:cNvSpPr>
          <p:nvPr>
            <p:ph type="title"/>
          </p:nvPr>
        </p:nvSpPr>
        <p:spPr>
          <a:xfrm>
            <a:off x="762000" y="758953"/>
            <a:ext cx="4089779" cy="2028388"/>
          </a:xfrm>
        </p:spPr>
        <p:txBody>
          <a:bodyPr anchor="ctr">
            <a:normAutofit/>
          </a:bodyPr>
          <a:lstStyle/>
          <a:p>
            <a:r>
              <a:rPr lang="en-IN" b="1" i="0">
                <a:effectLst/>
                <a:latin typeface="Roboto Slab"/>
              </a:rPr>
              <a:t>Sequence File</a:t>
            </a:r>
            <a:br>
              <a:rPr lang="en-IN" b="1" i="0">
                <a:effectLst/>
                <a:latin typeface="Roboto Slab"/>
              </a:rPr>
            </a:br>
            <a:endParaRPr lang="en-IN" dirty="0"/>
          </a:p>
        </p:txBody>
      </p:sp>
      <p:sp>
        <p:nvSpPr>
          <p:cNvPr id="3" name="Content Placeholder 2">
            <a:extLst>
              <a:ext uri="{FF2B5EF4-FFF2-40B4-BE49-F238E27FC236}">
                <a16:creationId xmlns:a16="http://schemas.microsoft.com/office/drawing/2014/main" id="{42AD2396-08AC-4124-8441-F11676B03198}"/>
              </a:ext>
            </a:extLst>
          </p:cNvPr>
          <p:cNvSpPr>
            <a:spLocks noGrp="1"/>
          </p:cNvSpPr>
          <p:nvPr>
            <p:ph idx="1"/>
          </p:nvPr>
        </p:nvSpPr>
        <p:spPr>
          <a:xfrm>
            <a:off x="762000" y="2893326"/>
            <a:ext cx="4089779" cy="3202674"/>
          </a:xfrm>
        </p:spPr>
        <p:txBody>
          <a:bodyPr anchor="t">
            <a:normAutofit/>
          </a:bodyPr>
          <a:lstStyle/>
          <a:p>
            <a:r>
              <a:rPr lang="en-US" b="0" i="0">
                <a:effectLst/>
                <a:latin typeface="georgia" panose="02040502050405020303" pitchFamily="18" charset="0"/>
              </a:rPr>
              <a:t>Sequence file stores data in binary format and has a similar structure to CSV file with some differences.</a:t>
            </a:r>
          </a:p>
          <a:p>
            <a:endParaRPr lang="en-IN" dirty="0"/>
          </a:p>
        </p:txBody>
      </p:sp>
      <p:pic>
        <p:nvPicPr>
          <p:cNvPr id="5122" name="Picture 2" descr="Using Sequences">
            <a:extLst>
              <a:ext uri="{FF2B5EF4-FFF2-40B4-BE49-F238E27FC236}">
                <a16:creationId xmlns:a16="http://schemas.microsoft.com/office/drawing/2014/main" id="{CAAAEC35-069F-440F-BC4B-4D588BF8FA3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641077" y="2596751"/>
            <a:ext cx="5026924" cy="24234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53253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84136905-015B-4510-B514-027CBA846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36CD0F97-2E5B-4E84-8544-EB24DED104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099048"/>
          </a:xfrm>
          <a:prstGeom prst="rect">
            <a:avLst/>
          </a:pr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5" name="Freeform: Shape 74">
            <a:extLst>
              <a:ext uri="{FF2B5EF4-FFF2-40B4-BE49-F238E27FC236}">
                <a16:creationId xmlns:a16="http://schemas.microsoft.com/office/drawing/2014/main" id="{18E670AF-873F-44DB-9862-796E652EEC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430001" cy="6175613"/>
          </a:xfrm>
          <a:custGeom>
            <a:avLst/>
            <a:gdLst>
              <a:gd name="connsiteX0" fmla="*/ 0 w 11430001"/>
              <a:gd name="connsiteY0" fmla="*/ 0 h 6175613"/>
              <a:gd name="connsiteX1" fmla="*/ 5638031 w 11430001"/>
              <a:gd name="connsiteY1" fmla="*/ 0 h 6175613"/>
              <a:gd name="connsiteX2" fmla="*/ 5638031 w 11430001"/>
              <a:gd name="connsiteY2" fmla="*/ 758954 h 6175613"/>
              <a:gd name="connsiteX3" fmla="*/ 11430001 w 11430001"/>
              <a:gd name="connsiteY3" fmla="*/ 758954 h 6175613"/>
              <a:gd name="connsiteX4" fmla="*/ 11430001 w 11430001"/>
              <a:gd name="connsiteY4" fmla="*/ 6175613 h 6175613"/>
              <a:gd name="connsiteX5" fmla="*/ 5638031 w 11430001"/>
              <a:gd name="connsiteY5" fmla="*/ 6175613 h 6175613"/>
              <a:gd name="connsiteX6" fmla="*/ 5240741 w 11430001"/>
              <a:gd name="connsiteY6" fmla="*/ 6175613 h 6175613"/>
              <a:gd name="connsiteX7" fmla="*/ 0 w 11430001"/>
              <a:gd name="connsiteY7" fmla="*/ 6175613 h 6175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30001" h="6175613">
                <a:moveTo>
                  <a:pt x="0" y="0"/>
                </a:moveTo>
                <a:lnTo>
                  <a:pt x="5638031" y="0"/>
                </a:lnTo>
                <a:lnTo>
                  <a:pt x="5638031" y="758954"/>
                </a:lnTo>
                <a:lnTo>
                  <a:pt x="11430001" y="758954"/>
                </a:lnTo>
                <a:lnTo>
                  <a:pt x="11430001" y="6175613"/>
                </a:lnTo>
                <a:lnTo>
                  <a:pt x="5638031" y="6175613"/>
                </a:lnTo>
                <a:lnTo>
                  <a:pt x="5240741" y="6175613"/>
                </a:lnTo>
                <a:lnTo>
                  <a:pt x="0" y="6175613"/>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6124E8D-788C-4B4F-A1B9-7D08799B994B}"/>
              </a:ext>
            </a:extLst>
          </p:cNvPr>
          <p:cNvSpPr>
            <a:spLocks noGrp="1"/>
          </p:cNvSpPr>
          <p:nvPr>
            <p:ph type="title"/>
          </p:nvPr>
        </p:nvSpPr>
        <p:spPr>
          <a:xfrm>
            <a:off x="762000" y="758953"/>
            <a:ext cx="4089779" cy="2028388"/>
          </a:xfrm>
        </p:spPr>
        <p:txBody>
          <a:bodyPr anchor="ctr">
            <a:normAutofit/>
          </a:bodyPr>
          <a:lstStyle/>
          <a:p>
            <a:r>
              <a:rPr lang="en-IN" sz="3300" b="1" i="0">
                <a:effectLst/>
                <a:latin typeface="Roboto Slab"/>
              </a:rPr>
              <a:t>RC File (Record Columnar Files)</a:t>
            </a:r>
            <a:br>
              <a:rPr lang="en-IN" sz="3300" b="1" i="0">
                <a:effectLst/>
                <a:latin typeface="Roboto Slab"/>
              </a:rPr>
            </a:br>
            <a:br>
              <a:rPr lang="en-IN" sz="3300" b="1" i="0">
                <a:effectLst/>
                <a:latin typeface="Roboto Slab"/>
              </a:rPr>
            </a:br>
            <a:endParaRPr lang="en-IN" sz="3300"/>
          </a:p>
        </p:txBody>
      </p:sp>
      <p:sp>
        <p:nvSpPr>
          <p:cNvPr id="3" name="Content Placeholder 2">
            <a:extLst>
              <a:ext uri="{FF2B5EF4-FFF2-40B4-BE49-F238E27FC236}">
                <a16:creationId xmlns:a16="http://schemas.microsoft.com/office/drawing/2014/main" id="{42AD2396-08AC-4124-8441-F11676B03198}"/>
              </a:ext>
            </a:extLst>
          </p:cNvPr>
          <p:cNvSpPr>
            <a:spLocks noGrp="1"/>
          </p:cNvSpPr>
          <p:nvPr>
            <p:ph idx="1"/>
          </p:nvPr>
        </p:nvSpPr>
        <p:spPr>
          <a:xfrm>
            <a:off x="762000" y="2893326"/>
            <a:ext cx="4089779" cy="3202674"/>
          </a:xfrm>
        </p:spPr>
        <p:txBody>
          <a:bodyPr anchor="t">
            <a:normAutofit/>
          </a:bodyPr>
          <a:lstStyle/>
          <a:p>
            <a:r>
              <a:rPr lang="en-US" b="0" i="0">
                <a:effectLst/>
                <a:latin typeface="georgia" panose="02040502050405020303" pitchFamily="18" charset="0"/>
              </a:rPr>
              <a:t>RC file was the first columnar file in Hadoop </a:t>
            </a:r>
            <a:r>
              <a:rPr lang="en-IN" b="0" i="0">
                <a:effectLst/>
                <a:latin typeface="georgia" panose="02040502050405020303" pitchFamily="18" charset="0"/>
              </a:rPr>
              <a:t> and query performance benefits</a:t>
            </a:r>
            <a:r>
              <a:rPr lang="en-US" b="0" i="0">
                <a:effectLst/>
                <a:latin typeface="georgia" panose="02040502050405020303" pitchFamily="18" charset="0"/>
              </a:rPr>
              <a:t>.</a:t>
            </a:r>
          </a:p>
          <a:p>
            <a:endParaRPr lang="en-IN" dirty="0"/>
          </a:p>
        </p:txBody>
      </p:sp>
      <p:pic>
        <p:nvPicPr>
          <p:cNvPr id="6146" name="Picture 2" descr="Rcfile format in Hive - Programmer Sought">
            <a:extLst>
              <a:ext uri="{FF2B5EF4-FFF2-40B4-BE49-F238E27FC236}">
                <a16:creationId xmlns:a16="http://schemas.microsoft.com/office/drawing/2014/main" id="{93A4089B-E553-4B60-BB00-92C739543E4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641077" y="2268980"/>
            <a:ext cx="5026924" cy="3078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05595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84136905-015B-4510-B514-027CBA846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36CD0F97-2E5B-4E84-8544-EB24DED104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099048"/>
          </a:xfrm>
          <a:prstGeom prst="rect">
            <a:avLst/>
          </a:pr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5" name="Freeform: Shape 74">
            <a:extLst>
              <a:ext uri="{FF2B5EF4-FFF2-40B4-BE49-F238E27FC236}">
                <a16:creationId xmlns:a16="http://schemas.microsoft.com/office/drawing/2014/main" id="{18E670AF-873F-44DB-9862-796E652EEC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430001" cy="6175613"/>
          </a:xfrm>
          <a:custGeom>
            <a:avLst/>
            <a:gdLst>
              <a:gd name="connsiteX0" fmla="*/ 0 w 11430001"/>
              <a:gd name="connsiteY0" fmla="*/ 0 h 6175613"/>
              <a:gd name="connsiteX1" fmla="*/ 5638031 w 11430001"/>
              <a:gd name="connsiteY1" fmla="*/ 0 h 6175613"/>
              <a:gd name="connsiteX2" fmla="*/ 5638031 w 11430001"/>
              <a:gd name="connsiteY2" fmla="*/ 758954 h 6175613"/>
              <a:gd name="connsiteX3" fmla="*/ 11430001 w 11430001"/>
              <a:gd name="connsiteY3" fmla="*/ 758954 h 6175613"/>
              <a:gd name="connsiteX4" fmla="*/ 11430001 w 11430001"/>
              <a:gd name="connsiteY4" fmla="*/ 6175613 h 6175613"/>
              <a:gd name="connsiteX5" fmla="*/ 5638031 w 11430001"/>
              <a:gd name="connsiteY5" fmla="*/ 6175613 h 6175613"/>
              <a:gd name="connsiteX6" fmla="*/ 5240741 w 11430001"/>
              <a:gd name="connsiteY6" fmla="*/ 6175613 h 6175613"/>
              <a:gd name="connsiteX7" fmla="*/ 0 w 11430001"/>
              <a:gd name="connsiteY7" fmla="*/ 6175613 h 6175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30001" h="6175613">
                <a:moveTo>
                  <a:pt x="0" y="0"/>
                </a:moveTo>
                <a:lnTo>
                  <a:pt x="5638031" y="0"/>
                </a:lnTo>
                <a:lnTo>
                  <a:pt x="5638031" y="758954"/>
                </a:lnTo>
                <a:lnTo>
                  <a:pt x="11430001" y="758954"/>
                </a:lnTo>
                <a:lnTo>
                  <a:pt x="11430001" y="6175613"/>
                </a:lnTo>
                <a:lnTo>
                  <a:pt x="5638031" y="6175613"/>
                </a:lnTo>
                <a:lnTo>
                  <a:pt x="5240741" y="6175613"/>
                </a:lnTo>
                <a:lnTo>
                  <a:pt x="0" y="6175613"/>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F1BA1BE-B87C-4267-8E6B-BDC8C7285B39}"/>
              </a:ext>
            </a:extLst>
          </p:cNvPr>
          <p:cNvSpPr>
            <a:spLocks noGrp="1"/>
          </p:cNvSpPr>
          <p:nvPr>
            <p:ph type="title"/>
          </p:nvPr>
        </p:nvSpPr>
        <p:spPr>
          <a:xfrm>
            <a:off x="762000" y="758953"/>
            <a:ext cx="4089779" cy="2028388"/>
          </a:xfrm>
        </p:spPr>
        <p:txBody>
          <a:bodyPr anchor="ctr">
            <a:normAutofit/>
          </a:bodyPr>
          <a:lstStyle/>
          <a:p>
            <a:r>
              <a:rPr lang="en-US" sz="3300" b="1" i="0">
                <a:effectLst/>
                <a:latin typeface="Roboto Slab"/>
              </a:rPr>
              <a:t>ORC File (Optimized RC Files)</a:t>
            </a:r>
            <a:br>
              <a:rPr lang="en-US" sz="3300" b="1" i="0">
                <a:effectLst/>
                <a:latin typeface="Roboto Slab"/>
              </a:rPr>
            </a:br>
            <a:endParaRPr lang="en-IN" sz="3300"/>
          </a:p>
        </p:txBody>
      </p:sp>
      <p:sp>
        <p:nvSpPr>
          <p:cNvPr id="3" name="Content Placeholder 2">
            <a:extLst>
              <a:ext uri="{FF2B5EF4-FFF2-40B4-BE49-F238E27FC236}">
                <a16:creationId xmlns:a16="http://schemas.microsoft.com/office/drawing/2014/main" id="{21FE49B5-3C04-4C24-88D7-19D7F5C15831}"/>
              </a:ext>
            </a:extLst>
          </p:cNvPr>
          <p:cNvSpPr>
            <a:spLocks noGrp="1"/>
          </p:cNvSpPr>
          <p:nvPr>
            <p:ph idx="1"/>
          </p:nvPr>
        </p:nvSpPr>
        <p:spPr>
          <a:xfrm>
            <a:off x="762000" y="2893326"/>
            <a:ext cx="4089779" cy="3202674"/>
          </a:xfrm>
        </p:spPr>
        <p:txBody>
          <a:bodyPr anchor="t">
            <a:normAutofit/>
          </a:bodyPr>
          <a:lstStyle/>
          <a:p>
            <a:pPr>
              <a:lnSpc>
                <a:spcPct val="95000"/>
              </a:lnSpc>
            </a:pPr>
            <a:r>
              <a:rPr lang="en-US" b="0" i="0">
                <a:effectLst/>
                <a:latin typeface="georgia" panose="02040502050405020303" pitchFamily="18" charset="0"/>
              </a:rPr>
              <a:t>ORC is the compressed version of RC file and supports all the benefits of RC file with some enhancements like ORC files compress better than RC files, enabling faster queries.</a:t>
            </a:r>
          </a:p>
          <a:p>
            <a:pPr>
              <a:lnSpc>
                <a:spcPct val="95000"/>
              </a:lnSpc>
            </a:pPr>
            <a:endParaRPr lang="en-IN"/>
          </a:p>
        </p:txBody>
      </p:sp>
      <p:pic>
        <p:nvPicPr>
          <p:cNvPr id="7170" name="Picture 2" descr="ORC File Format | Spark Performace Tuning">
            <a:extLst>
              <a:ext uri="{FF2B5EF4-FFF2-40B4-BE49-F238E27FC236}">
                <a16:creationId xmlns:a16="http://schemas.microsoft.com/office/drawing/2014/main" id="{529C4C1D-7DEC-4A4B-95CC-C9DE125112E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641077" y="1602913"/>
            <a:ext cx="5026924" cy="4411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46195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84136905-015B-4510-B514-027CBA846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36CD0F97-2E5B-4E84-8544-EB24DED104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099048"/>
          </a:xfrm>
          <a:prstGeom prst="rect">
            <a:avLst/>
          </a:pr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5" name="Freeform: Shape 74">
            <a:extLst>
              <a:ext uri="{FF2B5EF4-FFF2-40B4-BE49-F238E27FC236}">
                <a16:creationId xmlns:a16="http://schemas.microsoft.com/office/drawing/2014/main" id="{18E670AF-873F-44DB-9862-796E652EEC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430001" cy="6175613"/>
          </a:xfrm>
          <a:custGeom>
            <a:avLst/>
            <a:gdLst>
              <a:gd name="connsiteX0" fmla="*/ 0 w 11430001"/>
              <a:gd name="connsiteY0" fmla="*/ 0 h 6175613"/>
              <a:gd name="connsiteX1" fmla="*/ 5638031 w 11430001"/>
              <a:gd name="connsiteY1" fmla="*/ 0 h 6175613"/>
              <a:gd name="connsiteX2" fmla="*/ 5638031 w 11430001"/>
              <a:gd name="connsiteY2" fmla="*/ 758954 h 6175613"/>
              <a:gd name="connsiteX3" fmla="*/ 11430001 w 11430001"/>
              <a:gd name="connsiteY3" fmla="*/ 758954 h 6175613"/>
              <a:gd name="connsiteX4" fmla="*/ 11430001 w 11430001"/>
              <a:gd name="connsiteY4" fmla="*/ 6175613 h 6175613"/>
              <a:gd name="connsiteX5" fmla="*/ 5638031 w 11430001"/>
              <a:gd name="connsiteY5" fmla="*/ 6175613 h 6175613"/>
              <a:gd name="connsiteX6" fmla="*/ 5240741 w 11430001"/>
              <a:gd name="connsiteY6" fmla="*/ 6175613 h 6175613"/>
              <a:gd name="connsiteX7" fmla="*/ 0 w 11430001"/>
              <a:gd name="connsiteY7" fmla="*/ 6175613 h 6175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30001" h="6175613">
                <a:moveTo>
                  <a:pt x="0" y="0"/>
                </a:moveTo>
                <a:lnTo>
                  <a:pt x="5638031" y="0"/>
                </a:lnTo>
                <a:lnTo>
                  <a:pt x="5638031" y="758954"/>
                </a:lnTo>
                <a:lnTo>
                  <a:pt x="11430001" y="758954"/>
                </a:lnTo>
                <a:lnTo>
                  <a:pt x="11430001" y="6175613"/>
                </a:lnTo>
                <a:lnTo>
                  <a:pt x="5638031" y="6175613"/>
                </a:lnTo>
                <a:lnTo>
                  <a:pt x="5240741" y="6175613"/>
                </a:lnTo>
                <a:lnTo>
                  <a:pt x="0" y="6175613"/>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06A2AE2-9BA7-402C-8729-CEC3DED55382}"/>
              </a:ext>
            </a:extLst>
          </p:cNvPr>
          <p:cNvSpPr>
            <a:spLocks noGrp="1"/>
          </p:cNvSpPr>
          <p:nvPr>
            <p:ph type="title"/>
          </p:nvPr>
        </p:nvSpPr>
        <p:spPr>
          <a:xfrm>
            <a:off x="762000" y="758953"/>
            <a:ext cx="4089779" cy="2028388"/>
          </a:xfrm>
        </p:spPr>
        <p:txBody>
          <a:bodyPr anchor="ctr">
            <a:normAutofit/>
          </a:bodyPr>
          <a:lstStyle/>
          <a:p>
            <a:r>
              <a:rPr lang="en-IN" b="1" i="0">
                <a:effectLst/>
                <a:latin typeface="Roboto Slab"/>
              </a:rPr>
              <a:t>Parquet Files</a:t>
            </a:r>
            <a:br>
              <a:rPr lang="en-IN" b="1" i="0">
                <a:effectLst/>
                <a:latin typeface="Roboto Slab"/>
              </a:rPr>
            </a:br>
            <a:endParaRPr lang="en-IN" b="1" dirty="0"/>
          </a:p>
        </p:txBody>
      </p:sp>
      <p:sp>
        <p:nvSpPr>
          <p:cNvPr id="3" name="Content Placeholder 2">
            <a:extLst>
              <a:ext uri="{FF2B5EF4-FFF2-40B4-BE49-F238E27FC236}">
                <a16:creationId xmlns:a16="http://schemas.microsoft.com/office/drawing/2014/main" id="{AB8279B5-3D13-4F22-A430-93801FB4C4E4}"/>
              </a:ext>
            </a:extLst>
          </p:cNvPr>
          <p:cNvSpPr>
            <a:spLocks noGrp="1"/>
          </p:cNvSpPr>
          <p:nvPr>
            <p:ph idx="1"/>
          </p:nvPr>
        </p:nvSpPr>
        <p:spPr>
          <a:xfrm>
            <a:off x="762000" y="2893326"/>
            <a:ext cx="4089779" cy="3202674"/>
          </a:xfrm>
        </p:spPr>
        <p:txBody>
          <a:bodyPr anchor="t">
            <a:normAutofit/>
          </a:bodyPr>
          <a:lstStyle/>
          <a:p>
            <a:pPr>
              <a:lnSpc>
                <a:spcPct val="95000"/>
              </a:lnSpc>
            </a:pPr>
            <a:r>
              <a:rPr lang="en-US" sz="1800" b="0" i="0">
                <a:effectLst/>
                <a:latin typeface="georgia" panose="02040502050405020303" pitchFamily="18" charset="0"/>
              </a:rPr>
              <a:t>Parquet file is another columnar file given by Hadoop founder Doug Cutting during his </a:t>
            </a:r>
            <a:r>
              <a:rPr lang="en-US" sz="1800" b="0" i="0" err="1">
                <a:effectLst/>
                <a:latin typeface="georgia" panose="02040502050405020303" pitchFamily="18" charset="0"/>
              </a:rPr>
              <a:t>Trevni</a:t>
            </a:r>
            <a:r>
              <a:rPr lang="en-US" sz="1800" b="0" i="0">
                <a:effectLst/>
                <a:latin typeface="georgia" panose="02040502050405020303" pitchFamily="18" charset="0"/>
              </a:rPr>
              <a:t> project  Like another Columnar file RC &amp; ORC, Parquet also enjoys the features like compression and query performance benefits but is generally slower to write than non-columnar file formats.</a:t>
            </a:r>
          </a:p>
          <a:p>
            <a:pPr>
              <a:lnSpc>
                <a:spcPct val="95000"/>
              </a:lnSpc>
            </a:pPr>
            <a:endParaRPr lang="en-IN" sz="1800"/>
          </a:p>
        </p:txBody>
      </p:sp>
      <p:pic>
        <p:nvPicPr>
          <p:cNvPr id="8194" name="Picture 2" descr="How to resolve Parquet File issue">
            <a:extLst>
              <a:ext uri="{FF2B5EF4-FFF2-40B4-BE49-F238E27FC236}">
                <a16:creationId xmlns:a16="http://schemas.microsoft.com/office/drawing/2014/main" id="{8DC2346E-3075-49E6-9240-E32EB0FF7BC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641077" y="2664850"/>
            <a:ext cx="5026924" cy="2287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5910952"/>
      </p:ext>
    </p:extLst>
  </p:cSld>
  <p:clrMapOvr>
    <a:masterClrMapping/>
  </p:clrMapOvr>
</p:sld>
</file>

<file path=ppt/theme/theme1.xml><?xml version="1.0" encoding="utf-8"?>
<a:theme xmlns:a="http://schemas.openxmlformats.org/drawingml/2006/main" name="PrismaticVTI">
  <a:themeElements>
    <a:clrScheme name="AnalogousFromRegularSeedLeftStep">
      <a:dk1>
        <a:srgbClr val="000000"/>
      </a:dk1>
      <a:lt1>
        <a:srgbClr val="FFFFFF"/>
      </a:lt1>
      <a:dk2>
        <a:srgbClr val="311B25"/>
      </a:dk2>
      <a:lt2>
        <a:srgbClr val="F0F3F3"/>
      </a:lt2>
      <a:accent1>
        <a:srgbClr val="D7393B"/>
      </a:accent1>
      <a:accent2>
        <a:srgbClr val="C5276B"/>
      </a:accent2>
      <a:accent3>
        <a:srgbClr val="D739BF"/>
      </a:accent3>
      <a:accent4>
        <a:srgbClr val="9B27C5"/>
      </a:accent4>
      <a:accent5>
        <a:srgbClr val="6B39D7"/>
      </a:accent5>
      <a:accent6>
        <a:srgbClr val="3140C8"/>
      </a:accent6>
      <a:hlink>
        <a:srgbClr val="339A99"/>
      </a:hlink>
      <a:folHlink>
        <a:srgbClr val="7F7F7F"/>
      </a:folHlink>
    </a:clrScheme>
    <a:fontScheme name="Custom 166">
      <a:majorFont>
        <a:latin typeface="Aharoni"/>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ismaticVTI" id="{DA44D624-A564-4DE8-8446-0CD5C485C979}" vid="{8B2B1550-B69C-4156-BAEC-B2E559F94BDB}"/>
    </a:ext>
  </a:extLst>
</a:theme>
</file>

<file path=docProps/app.xml><?xml version="1.0" encoding="utf-8"?>
<Properties xmlns="http://schemas.openxmlformats.org/officeDocument/2006/extended-properties" xmlns:vt="http://schemas.openxmlformats.org/officeDocument/2006/docPropsVTypes">
  <TotalTime>1535</TotalTime>
  <Words>224</Words>
  <Application>Microsoft Office PowerPoint</Application>
  <PresentationFormat>Widescreen</PresentationFormat>
  <Paragraphs>14</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Aharoni</vt:lpstr>
      <vt:lpstr>Arial</vt:lpstr>
      <vt:lpstr>Avenir Next LT Pro</vt:lpstr>
      <vt:lpstr>georgia</vt:lpstr>
      <vt:lpstr>Roboto Slab</vt:lpstr>
      <vt:lpstr>PrismaticVTI</vt:lpstr>
      <vt:lpstr>Text and CSV files</vt:lpstr>
      <vt:lpstr>JSON Records </vt:lpstr>
      <vt:lpstr>AVRO Files  </vt:lpstr>
      <vt:lpstr>Sequence File </vt:lpstr>
      <vt:lpstr>RC File (Record Columnar Files)  </vt:lpstr>
      <vt:lpstr>ORC File (Optimized RC Files) </vt:lpstr>
      <vt:lpstr>Parquet Files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YARN</dc:title>
  <dc:creator>Jismi Mary</dc:creator>
  <cp:lastModifiedBy>William Terry</cp:lastModifiedBy>
  <cp:revision>8</cp:revision>
  <dcterms:created xsi:type="dcterms:W3CDTF">2021-04-26T06:36:42Z</dcterms:created>
  <dcterms:modified xsi:type="dcterms:W3CDTF">2026-02-19T18:11:42Z</dcterms:modified>
</cp:coreProperties>
</file>